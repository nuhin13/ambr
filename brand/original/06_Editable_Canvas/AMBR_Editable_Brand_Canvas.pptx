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BR_Primary_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"/>
            <a:ext cx="530352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4A1022"/>
                </a:solidFill>
                <a:latin typeface="Arial"/>
              </a:rPr>
              <a:t>PRIMARY LOGO · LIGHT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8" y="0"/>
            <a:ext cx="6089904" cy="6858000"/>
          </a:xfrm>
          <a:prstGeom prst="rect">
            <a:avLst/>
          </a:prstGeom>
          <a:solidFill>
            <a:srgbClr val="4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MBR_Primary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8600"/>
            <a:ext cx="521208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4754880"/>
            <a:ext cx="4572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F7E8E1"/>
                </a:solidFill>
                <a:latin typeface="Arial"/>
              </a:rPr>
              <a:t>PRIMARY LOGO · DARK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7315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>
                <a:solidFill>
                  <a:srgbClr val="4A1022"/>
                </a:solidFill>
                <a:latin typeface="Arial"/>
              </a:rPr>
              <a:t>WEBSITE HERO · 1920 × 800</a:t>
            </a:r>
          </a:p>
        </p:txBody>
      </p:sp>
      <p:pic>
        <p:nvPicPr>
          <p:cNvPr id="4" name="Picture 3" descr="AMBR_Website_Banner_1920x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34440"/>
            <a:ext cx="11731752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7315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>
                <a:solidFill>
                  <a:srgbClr val="4A1022"/>
                </a:solidFill>
                <a:latin typeface="Arial"/>
              </a:rPr>
              <a:t>SOCIAL BANNER · 1200 × 628</a:t>
            </a:r>
          </a:p>
        </p:txBody>
      </p:sp>
      <p:pic>
        <p:nvPicPr>
          <p:cNvPr id="4" name="Picture 3" descr="AMBR_Social_Banner_1200x6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2708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7315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>
                <a:solidFill>
                  <a:srgbClr val="4A1022"/>
                </a:solidFill>
                <a:latin typeface="Arial"/>
              </a:rPr>
              <a:t>INSTAGRAM POST · 1080 × 1080</a:t>
            </a:r>
          </a:p>
        </p:txBody>
      </p:sp>
      <p:pic>
        <p:nvPicPr>
          <p:cNvPr id="4" name="Picture 3" descr="AMBR_Instagram_Post_108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731520"/>
            <a:ext cx="5943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7315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>
                <a:solidFill>
                  <a:srgbClr val="F7E8E1"/>
                </a:solidFill>
                <a:latin typeface="Arial"/>
              </a:rPr>
              <a:t>INSTAGRAM STORY · 1080 × 1920</a:t>
            </a:r>
          </a:p>
        </p:txBody>
      </p:sp>
      <p:pic>
        <p:nvPicPr>
          <p:cNvPr id="4" name="Picture 3" descr="AMBR_Instagram_Story_1080x1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731520"/>
            <a:ext cx="38404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7315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300">
                <a:solidFill>
                  <a:srgbClr val="4A1022"/>
                </a:solidFill>
                <a:latin typeface="Arial"/>
              </a:rPr>
              <a:t>PRODUCT LABEL TEMPLATES</a:t>
            </a:r>
          </a:p>
        </p:txBody>
      </p:sp>
      <p:pic>
        <p:nvPicPr>
          <p:cNvPr id="4" name="Picture 3" descr="AMBR_Perfume_Label_30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3383280" cy="4526280"/>
          </a:xfrm>
          <a:prstGeom prst="rect">
            <a:avLst/>
          </a:prstGeom>
        </p:spPr>
      </p:pic>
      <p:pic>
        <p:nvPicPr>
          <p:cNvPr id="5" name="Picture 4" descr="AMBR_Perfume_Oil_Label_10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005840"/>
            <a:ext cx="3383280" cy="4526280"/>
          </a:xfrm>
          <a:prstGeom prst="rect">
            <a:avLst/>
          </a:prstGeom>
        </p:spPr>
      </p:pic>
      <p:pic>
        <p:nvPicPr>
          <p:cNvPr id="6" name="Picture 5" descr="AMBR_Perfume_Oil_Label_3m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005840"/>
            <a:ext cx="338328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>
                <a:solidFill>
                  <a:srgbClr val="4A1022"/>
                </a:solidFill>
                <a:latin typeface="Georgia"/>
              </a:rPr>
              <a:t>AMBR · BRAND COLOUR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2926080" cy="1097280"/>
          </a:xfrm>
          <a:prstGeom prst="roundRect">
            <a:avLst/>
          </a:prstGeom>
          <a:solidFill>
            <a:srgbClr val="4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651760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4A1022"/>
                </a:solidFill>
                <a:latin typeface="Arial"/>
              </a:rPr>
              <a:t>Deep Burgundy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44368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>
                <a:solidFill>
                  <a:srgbClr val="3A2A28"/>
                </a:solidFill>
                <a:latin typeface="Arial"/>
              </a:rPr>
              <a:t>#4A1022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2926080" cy="1097280"/>
          </a:xfrm>
          <a:prstGeom prst="roundRect">
            <a:avLst/>
          </a:prstGeom>
          <a:solidFill>
            <a:srgbClr val="C9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651760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4A1022"/>
                </a:solidFill>
                <a:latin typeface="Arial"/>
              </a:rPr>
              <a:t>Dusty Rose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944368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>
                <a:solidFill>
                  <a:srgbClr val="3A2A28"/>
                </a:solidFill>
                <a:latin typeface="Arial"/>
              </a:rPr>
              <a:t>#C9888B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463040"/>
            <a:ext cx="2926080" cy="1097280"/>
          </a:xfrm>
          <a:prstGeom prst="roundRect">
            <a:avLst/>
          </a:prstGeom>
          <a:solidFill>
            <a:srgbClr val="F7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651760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4A1022"/>
                </a:solidFill>
                <a:latin typeface="Arial"/>
              </a:rPr>
              <a:t>Blush Cream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944368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>
                <a:solidFill>
                  <a:srgbClr val="3A2A28"/>
                </a:solidFill>
                <a:latin typeface="Arial"/>
              </a:rPr>
              <a:t>#F7E8E1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11880"/>
            <a:ext cx="2926080" cy="1097280"/>
          </a:xfrm>
          <a:prstGeom prst="roundRect">
            <a:avLst/>
          </a:prstGeom>
          <a:solidFill>
            <a:srgbClr val="E6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800600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4A1022"/>
                </a:solidFill>
                <a:latin typeface="Arial"/>
              </a:rPr>
              <a:t>Warm Beige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093208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>
                <a:solidFill>
                  <a:srgbClr val="3A2A28"/>
                </a:solidFill>
                <a:latin typeface="Arial"/>
              </a:rPr>
              <a:t>#E6D3C7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611880"/>
            <a:ext cx="2926080" cy="1097280"/>
          </a:xfrm>
          <a:prstGeom prst="roundRect">
            <a:avLst/>
          </a:prstGeom>
          <a:solidFill>
            <a:srgbClr val="D4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800600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4A1022"/>
                </a:solidFill>
                <a:latin typeface="Arial"/>
              </a:rPr>
              <a:t>Champagne Gold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093208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>
                <a:solidFill>
                  <a:srgbClr val="3A2A28"/>
                </a:solidFill>
                <a:latin typeface="Arial"/>
              </a:rPr>
              <a:t>#D4B08A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611880"/>
            <a:ext cx="2926080" cy="1097280"/>
          </a:xfrm>
          <a:prstGeom prst="roundRect">
            <a:avLst/>
          </a:prstGeom>
          <a:solidFill>
            <a:srgbClr val="3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4800600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4A1022"/>
                </a:solidFill>
                <a:latin typeface="Arial"/>
              </a:rPr>
              <a:t>Charcoal Brown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5093208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>
                <a:solidFill>
                  <a:srgbClr val="3A2A28"/>
                </a:solidFill>
                <a:latin typeface="Arial"/>
              </a:rPr>
              <a:t>#3A2A28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